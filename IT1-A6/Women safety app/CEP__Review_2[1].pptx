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7" r:id="rId10"/>
    <p:sldId id="263" r:id="rId11"/>
    <p:sldId id="269" r:id="rId12"/>
    <p:sldId id="264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F21BBB-F695-4A35-8D2D-E540E6283C18}">
  <a:tblStyle styleId="{6BF21BBB-F695-4A35-8D2D-E540E6283C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f8a82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72f8a82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f8a82f0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f8a82f0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f8a82f0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f8a82f0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2f8a82f09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2f8a82f09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2f8a82f0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2f8a82f0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2f8a82f0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2f8a82f0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2f8a82f09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2f8a82f09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f9bf9a8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2f9bf9a8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2f8a82f0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2f8a82f0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2f9bf9a8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2f9bf9a8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sz="1500" b="0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sz="15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dirty="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 dirty="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 dirty="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 dirty="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 dirty="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 dirty="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 dirty="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900" b="1" dirty="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79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</a:t>
            </a:r>
            <a:r>
              <a:rPr lang="en" sz="1900" b="1" dirty="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(AY 2025-26)</a:t>
            </a:r>
            <a:r>
              <a:rPr lang="en" sz="17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lang="en" sz="3000" b="1" i="0" u="none" strike="noStrike" cap="none" dirty="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Prerna – Women Safety App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30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0" y="3360825"/>
            <a:ext cx="4459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</a:t>
            </a: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SI103 Soumy Sen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&lt;&lt;</a:t>
            </a:r>
            <a:r>
              <a:rPr lang="e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SI113 Nilakshi Patil</a:t>
            </a: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</a:p>
          <a:p>
            <a:pPr algn="ctr">
              <a:buSzPts val="1400"/>
            </a:pPr>
            <a:r>
              <a:rPr lang="en-I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&lt;&lt;SI149 Tanushree Patil&gt;&gt;</a:t>
            </a:r>
          </a:p>
          <a:p>
            <a:pPr algn="ctr">
              <a:buSzPts val="1400"/>
            </a:pPr>
            <a:r>
              <a:rPr lang="en-IN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&lt;&lt;SI158 Sanika Pujari&gt;&gt;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sz="1400" b="0" i="0" u="none" strike="noStrike" cap="none" dirty="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sz="1500" b="0" i="0" u="none" strike="noStrike" cap="non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798609" y="3461435"/>
            <a:ext cx="27819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Mrs. S. </a:t>
            </a: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D. Joshi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733300" y="47612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28-10-2025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</a:t>
            </a:r>
            <a:r>
              <a:rPr lang="en" sz="30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Project Title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15"/>
          <p:cNvGraphicFramePr/>
          <p:nvPr>
            <p:extLst>
              <p:ext uri="{D42A27DB-BD31-4B8C-83A1-F6EECF244321}">
                <p14:modId xmlns:p14="http://schemas.microsoft.com/office/powerpoint/2010/main" val="2659368860"/>
              </p:ext>
            </p:extLst>
          </p:nvPr>
        </p:nvGraphicFramePr>
        <p:xfrm>
          <a:off x="303481" y="863193"/>
          <a:ext cx="8536838" cy="3730752"/>
        </p:xfrm>
        <a:graphic>
          <a:graphicData uri="http://schemas.openxmlformats.org/drawingml/2006/table">
            <a:tbl>
              <a:tblPr firstRow="1" bandRow="1">
                <a:noFill/>
                <a:tableStyleId>{6BF21BBB-F695-4A35-8D2D-E540E6283C18}</a:tableStyleId>
              </a:tblPr>
              <a:tblGrid>
                <a:gridCol w="8536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45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FF0000"/>
                          </a:solidFill>
                        </a:rPr>
                        <a:t>Prerna – Women Safety App</a:t>
                      </a:r>
                      <a:endParaRPr sz="2400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B340">
                        <a:alpha val="662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183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of the project </a:t>
                      </a:r>
                      <a:r>
                        <a:rPr lang="en" sz="1600" b="1" dirty="0"/>
                        <a:t>:-</a:t>
                      </a:r>
                      <a:r>
                        <a:rPr lang="en" sz="1600" b="0" dirty="0"/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Women Safety App is designed to solve problems by acting as a 24/7 personal safety companion. This way, the app is not just about responding to emergencies — it also focuses on prevention and awareness</a:t>
                      </a:r>
                      <a:r>
                        <a:rPr lang="en-US" sz="1600" dirty="0"/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None/>
                      </a:pPr>
                      <a:endParaRPr sz="1600" b="1" dirty="0"/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:- 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Society and surroundings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None/>
                      </a:pPr>
                      <a:endParaRPr lang="e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:-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women and females in need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:-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aim is to make women feel safer, more confident, and more connected to help whenever they need it.</a:t>
                      </a:r>
                      <a:endParaRPr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161052" y="965218"/>
            <a:ext cx="8690339" cy="317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8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Women’s safety is one of the most important issues in today’s world. Despite the progress in technology, law enforcement, and awareness campaigns, women still face many threats — harassment on the streets, stalking, domestic violence, and other crimes. These incidents can happen anywhere — while traveling alone, in public transport, in offices, or even in crowded areas.</a:t>
            </a:r>
          </a:p>
          <a:p>
            <a:pPr marL="1587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br>
              <a:rPr lang="en" sz="1100" dirty="0">
                <a:solidFill>
                  <a:schemeClr val="dk1"/>
                </a:solidFill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Technology/Tools/Approach used</a:t>
            </a:r>
          </a:p>
          <a:p>
            <a:pPr marL="1587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- </a:t>
            </a:r>
            <a:r>
              <a:rPr lang="en-US" dirty="0"/>
              <a:t>TypeScript, React Native, Expo, CSS, HTML.</a:t>
            </a:r>
          </a:p>
          <a:p>
            <a:pPr marL="1587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600" dirty="0">
                <a:solidFill>
                  <a:schemeClr val="dk1"/>
                </a:solidFill>
              </a:rPr>
              <a:t>- </a:t>
            </a:r>
            <a:r>
              <a:rPr lang="en-IN" dirty="0"/>
              <a:t>TypeScript, Firebase (Authentication, </a:t>
            </a:r>
            <a:r>
              <a:rPr lang="en-IN" dirty="0" err="1"/>
              <a:t>Firestore</a:t>
            </a:r>
            <a:r>
              <a:rPr lang="en-IN" dirty="0"/>
              <a:t> Database, Cloud Messaging), Node.js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Prototype or Model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66069" y="273450"/>
            <a:ext cx="8676900" cy="244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Photos/screenshots-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n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FD0655-55BF-4A2A-6BAA-9A90F4A70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3DF10-53BC-B67A-1AD6-DCC4346F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4" y="1268687"/>
            <a:ext cx="1972652" cy="3513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9DC0E-EC6F-A6F2-0D65-B964ABF8A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106" y="1282942"/>
            <a:ext cx="1972652" cy="3484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5CE21-2E52-EBD2-64A3-DC3A45D9F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689" y="1251314"/>
            <a:ext cx="2073012" cy="3892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33E0E4-C70B-59DB-1E17-34A96BCAC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632" y="1251314"/>
            <a:ext cx="1956683" cy="3516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Testing and Feedback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39036" y="696247"/>
            <a:ext cx="8676900" cy="456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Feedback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testing was to ensure that all safety features SOS alerts, live location tracking, sound/sensor detection, and reporting function accurately and reliably during real-time usage.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focused 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alerts under different network </a:t>
            </a:r>
            <a:r>
              <a:rPr lang="en-US" sz="1500" dirty="0"/>
              <a:t>and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conditions.</a:t>
            </a:r>
            <a:r>
              <a:rPr lang="en-US" sz="1600" dirty="0"/>
              <a:t> 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testing, special attention was given to the accuracy and responsiveness of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main buttons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Women Safety App.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button was tested multiple times under different conditions — good network, low network, and offline — to evaluate reliability and timing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"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72E82-1B46-3B5F-C2CF-6D8572FD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863" y="837920"/>
            <a:ext cx="8520600" cy="372676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SOS Button: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SOS feature successfully triggered alerts and shared the user’s live location with emergency contacts.</a:t>
            </a:r>
          </a:p>
          <a:p>
            <a:pPr marL="11430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Live Location Tracking: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Google Maps integration showed accurate real-time tracking.</a:t>
            </a:r>
          </a:p>
          <a:p>
            <a:pPr marL="11430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Sound &amp; Sensor Detection: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 detection correctly identified loud noises like shouts or claps in most environments</a:t>
            </a:r>
            <a:r>
              <a:rPr lang="en-US" sz="1600" dirty="0"/>
              <a:t>.</a:t>
            </a:r>
          </a:p>
          <a:p>
            <a:pPr marL="11430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Safety Map :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map accurately displayed safe and danger zones using predefined geolocation coordinates.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Google Shape;94;p18">
            <a:extLst>
              <a:ext uri="{FF2B5EF4-FFF2-40B4-BE49-F238E27FC236}">
                <a16:creationId xmlns:a16="http://schemas.microsoft.com/office/drawing/2014/main" id="{BCBEAF11-DC96-777B-2B4E-439CCBC5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63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Testing and Feedback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737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Feasibility and Sustainability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145667" y="703378"/>
            <a:ext cx="8676900" cy="4605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it be scaled or maintained?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is built using TypeScript, React Native, Expo and Firebase, which are cloud-based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update</a:t>
            </a:r>
            <a:r>
              <a:rPr lang="en-US" sz="1600" dirty="0"/>
              <a:t>.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(SOS, Maps, Reporting) is independent, so future upgrades or bug fixes can be done without affecting other parts.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(Firebase) automatically handles data storage, user load, and security, making the system highly scalable and low-maintenance.</a:t>
            </a:r>
            <a:endParaRPr lang="e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and complexity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or low-cost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TypeScript, React Native, Expo, Firebase, Google Maps API, and   making 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budget-friendly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44500" lvl="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 is minimal because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most backend operations automatically.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Final Outcome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81150" y="683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01826" y="554315"/>
            <a:ext cx="5862000" cy="206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vs. After comparison</a:t>
            </a: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br>
              <a:rPr lang="en" sz="1100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Before-</a:t>
            </a: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A67F5EE-0D9F-73F3-BF43-47FABCDB3D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0DFC1BE-E512-8A62-6F49-A0DC93D0E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6C22081-ACDF-3281-B08B-7E9571A7EF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CC1BC4-3AE4-A396-DE74-7934EED6D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51" y="1882051"/>
            <a:ext cx="6468104" cy="30117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2944E0-A13B-DA3D-5242-47EB9AEA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19FA8-B8DE-31A6-246C-DBB501AB8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809330"/>
            <a:ext cx="1795319" cy="40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9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Team Contributions and Learning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521749" y="895256"/>
            <a:ext cx="6314819" cy="355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member-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"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Soumy Sen- Implementation of Location and ppt editing</a:t>
            </a:r>
          </a:p>
          <a:p>
            <a:pPr marL="1587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Nilakshi Patil- Implementation of Safety maps and report</a:t>
            </a:r>
          </a:p>
          <a:p>
            <a:pPr marL="158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Tanushree Patil- Implementation of Sensors and literature review</a:t>
            </a:r>
          </a:p>
          <a:p>
            <a:pPr marL="158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Sanika Pujari- Implementation of SOS and UIUX of the app</a:t>
            </a:r>
            <a:br>
              <a:rPr lang="en" sz="1100" dirty="0">
                <a:solidFill>
                  <a:schemeClr val="dk1"/>
                </a:solidFill>
              </a:rPr>
            </a:br>
            <a:endParaRPr lang="en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EFF23-F61C-FDB0-48DD-D612439BAA3F}"/>
              </a:ext>
            </a:extLst>
          </p:cNvPr>
          <p:cNvSpPr txBox="1"/>
          <p:nvPr/>
        </p:nvSpPr>
        <p:spPr>
          <a:xfrm>
            <a:off x="214314" y="469702"/>
            <a:ext cx="855106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/ Learnings-</a:t>
            </a:r>
            <a:b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development of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Prerna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learned how technology can play a vital role in ensuring women’s safety and empowerment. Designing the UI/UX helped us understand the importance of accessibility, clarity, and user trust in safety applications.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Learned-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research real-life user needs through surveys and interviews.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converting conceptual ideas into functional app modules (SOS, Sensors, Safety Map, etc.).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emergency response systems and helplines into digital interfaces.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design thinking in creating user-friendly safety solutions.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Gained-</a:t>
            </a: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development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TypeScript, React Native, Expo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UI/UX design tools (Figma/Canva), and basic app structuring.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Skills: Team collaboration, communication with NGOs, problem-solving, and time management.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Analysis: Understanding social issues and converting them into tech-based solutions.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344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154618" y="753098"/>
            <a:ext cx="8676899" cy="392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571500" lvl="0" indent="-342900">
              <a:lnSpc>
                <a:spcPct val="115000"/>
              </a:lnSpc>
              <a:spcBef>
                <a:spcPts val="120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Danger Prediction: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next phase, the app can use Machine Learning models to analyze crime data, user reports, and real-time activity to predict unsafe zones and alert users before they enter those areas.</a:t>
            </a:r>
          </a:p>
          <a:p>
            <a:pPr marL="571500" lvl="0" indent="-342900">
              <a:lnSpc>
                <a:spcPct val="115000"/>
              </a:lnSpc>
              <a:spcBef>
                <a:spcPts val="120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Integration: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can be linked to smart bands or watches that send alerts if a woman cannot access her phone.</a:t>
            </a:r>
          </a:p>
          <a:p>
            <a:pPr marL="571500" lvl="0" indent="-342900">
              <a:lnSpc>
                <a:spcPct val="115000"/>
              </a:lnSpc>
              <a:spcBef>
                <a:spcPts val="1200"/>
              </a:spcBef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Interface: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regional language support (like Marathi and Hindi) so that more women across Maharashtra can use the app comfortably.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4.   Offline &amp; Low Network Features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Introduce offline SOS alerts using SMS or Bluetooth mesh networks.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Allow local device-to-device communication when mobile internet isn’t available (useful in rural areas).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ctrTitle"/>
          </p:nvPr>
        </p:nvSpPr>
        <p:spPr>
          <a:xfrm>
            <a:off x="140258" y="10803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1005</Words>
  <Application>Microsoft Office PowerPoint</Application>
  <PresentationFormat>On-screen Show (16:9)</PresentationFormat>
  <Paragraphs>88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Times New Roman</vt:lpstr>
      <vt:lpstr>Simple Light</vt:lpstr>
      <vt:lpstr>   Marathwada Mitra Mandal's COLLEGE OF ENGINEERING, Karve Nagar, Pune - 52 An Autonomous Institute Affiliated to SPPU                             Website: www.mmcoe.edu.in                                                                 email id: mmcoe@mmcoe.edu.in  </vt:lpstr>
      <vt:lpstr>PowerPoint Presentation</vt:lpstr>
      <vt:lpstr>PowerPoint Presentation</vt:lpstr>
      <vt:lpstr>PowerPoint Presentation</vt:lpstr>
      <vt:lpstr>PowerPoint Presentation</vt:lpstr>
      <vt:lpstr>Testing and Feedback</vt:lpstr>
      <vt:lpstr>PowerPoint Presentation</vt:lpstr>
      <vt:lpstr>PowerPoint Presentation</vt:lpstr>
      <vt:lpstr>After-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Sanika Pujari</dc:creator>
  <cp:lastModifiedBy>Soumy Sen</cp:lastModifiedBy>
  <cp:revision>4</cp:revision>
  <dcterms:modified xsi:type="dcterms:W3CDTF">2025-10-28T18:53:28Z</dcterms:modified>
</cp:coreProperties>
</file>