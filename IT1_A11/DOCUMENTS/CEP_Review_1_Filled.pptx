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E99D5D-0F24-4008-AE7B-5D1F0A8E587E}">
  <a:tblStyle styleId="{35E99D5D-0F24-4008-AE7B-5D1F0A8E587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tcBdr/>
        <a:fill>
          <a:solidFill>
            <a:srgbClr val="CDD8F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8F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2f8a82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72f8a82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f8a82f0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f8a82f0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f8a82f0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f8a82f0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2f8a82f09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2f8a82f09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2f8a82f0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2f8a82f0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2f8a82f0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2f8a82f0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2f8a82f09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2f8a82f09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f8a82f0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2f8a82f0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sz="1500" b="0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sz="15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900" b="1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79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925" y="2156375"/>
            <a:ext cx="89520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</a:t>
            </a:r>
            <a:r>
              <a:rPr lang="en" sz="1900" b="1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9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(AY 2025-26)</a:t>
            </a:r>
            <a:r>
              <a:rPr lang="en" sz="17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lvl="0" algn="ctr">
              <a:buSzPts val="3000"/>
            </a:pP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lang="en-US" sz="3200" dirty="0"/>
              <a:t>Tourism Guide for all Districts of Maharashtra</a:t>
            </a:r>
            <a:r>
              <a:rPr lang="en" sz="3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30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22850" y="3360825"/>
            <a:ext cx="4459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01 John Doe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02 Jane Smith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sz="1400" b="0" i="0" u="none" strike="noStrike" cap="non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30/09/2025 </a:t>
            </a:r>
            <a:endParaRPr sz="1500" b="0" i="0" u="none" strike="noStrike" cap="non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74175" y="3483675"/>
            <a:ext cx="216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733300" y="47475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</a:t>
            </a:r>
            <a:r>
              <a:rPr lang="en" sz="3000" b="1" i="0" u="none" strike="noStrike" cap="non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Project Title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1399071" y="1801692"/>
          <a:ext cx="6400750" cy="1048680"/>
        </p:xfrm>
        <a:graphic>
          <a:graphicData uri="http://schemas.openxmlformats.org/drawingml/2006/table">
            <a:tbl>
              <a:tblPr firstRow="1" bandRow="1">
                <a:noFill/>
                <a:tableStyleId>{35E99D5D-0F24-4008-AE7B-5D1F0A8E587E}</a:tableStyleId>
              </a:tblPr>
              <a:tblGrid>
                <a:gridCol w="64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FF0000"/>
                          </a:solidFill>
                        </a:rPr>
                        <a:t>Title 1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B340">
                        <a:alpha val="662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Context of the project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Area/Community of focus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Recap of Selected Problem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09286" y="972274"/>
            <a:ext cx="8521881" cy="370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Problem Statement 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Maharashtra has </a:t>
            </a:r>
            <a:r>
              <a:rPr lang="en-US" sz="1100" b="1" dirty="0"/>
              <a:t>36 districts</a:t>
            </a:r>
            <a:r>
              <a:rPr lang="en-US" sz="1100" dirty="0"/>
              <a:t>, each with unique </a:t>
            </a:r>
            <a:r>
              <a:rPr lang="en-US" sz="1100" b="1" dirty="0"/>
              <a:t>tourist attractions, history, and culture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Existing information is often </a:t>
            </a:r>
            <a:r>
              <a:rPr lang="en-US" sz="1100" b="1" dirty="0"/>
              <a:t>scattered, outdated, or hard to access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Tourists face difficulty in </a:t>
            </a:r>
            <a:r>
              <a:rPr lang="en-US" sz="1100" b="1" dirty="0"/>
              <a:t>planning trips efficiently</a:t>
            </a:r>
            <a:r>
              <a:rPr lang="en-US" sz="1100" dirty="0"/>
              <a:t> due to lack of a </a:t>
            </a:r>
            <a:r>
              <a:rPr lang="en-US" sz="1100" b="1" dirty="0"/>
              <a:t>comprehensive guide</a:t>
            </a:r>
            <a:r>
              <a:rPr lang="en-US" sz="1100" dirty="0"/>
              <a:t>.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There is a need for a </a:t>
            </a:r>
            <a:r>
              <a:rPr lang="en-US" sz="1100" b="1" dirty="0"/>
              <a:t>district-wise, user-friendly tourism guide</a:t>
            </a:r>
            <a:r>
              <a:rPr lang="en-US" sz="1100" dirty="0"/>
              <a:t> highlighting </a:t>
            </a:r>
            <a:r>
              <a:rPr lang="en-US" sz="1100" b="1" dirty="0"/>
              <a:t>major attractions, cultural sites, and natural destinations</a:t>
            </a:r>
            <a:r>
              <a:rPr lang="en-US" sz="1100" dirty="0"/>
              <a:t>.</a:t>
            </a:r>
            <a:r>
              <a:rPr lang="en" sz="1100" dirty="0">
                <a:solidFill>
                  <a:schemeClr val="dk1"/>
                </a:solidFill>
              </a:rPr>
              <a:t>  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Objectives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Encourage </a:t>
            </a:r>
            <a:r>
              <a:rPr lang="en-US" sz="1100" b="1" dirty="0"/>
              <a:t>tourism planning</a:t>
            </a:r>
            <a:r>
              <a:rPr lang="en-US" sz="1100" dirty="0"/>
              <a:t> and exploration across the state.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dirty="0"/>
              <a:t>Promote </a:t>
            </a:r>
            <a:r>
              <a:rPr lang="en-IN" sz="1100" b="1" dirty="0"/>
              <a:t>lesser-known destinations</a:t>
            </a:r>
            <a:r>
              <a:rPr lang="en-IN" sz="1100" dirty="0"/>
              <a:t> and </a:t>
            </a:r>
            <a:r>
              <a:rPr lang="en-IN" sz="1100" b="1" dirty="0"/>
              <a:t>local culture</a:t>
            </a:r>
            <a:r>
              <a:rPr lang="en-IN" sz="1100" dirty="0"/>
              <a:t>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Make information </a:t>
            </a:r>
            <a:r>
              <a:rPr lang="en-US" sz="1100" b="1" dirty="0"/>
              <a:t>easy to access and understand</a:t>
            </a:r>
            <a:r>
              <a:rPr lang="en-US" sz="1100" dirty="0"/>
              <a:t> for tourists, students, and researchers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/>
              <a:t>Highlight </a:t>
            </a:r>
            <a:r>
              <a:rPr lang="en-US" sz="1100" b="1" dirty="0"/>
              <a:t>major attractions, historical sites, cultural landmarks, and natural destinations</a:t>
            </a:r>
            <a:r>
              <a:rPr lang="en-US" sz="1100" dirty="0"/>
              <a:t>.</a:t>
            </a:r>
          </a:p>
          <a:p>
            <a:pPr marL="457200" indent="-298450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/>
              <a:t>Provide a </a:t>
            </a:r>
            <a:r>
              <a:rPr lang="en-US" sz="1100" b="1" dirty="0"/>
              <a:t>district-wise tourism guide</a:t>
            </a:r>
            <a:r>
              <a:rPr lang="en-US" sz="1100" dirty="0"/>
              <a:t> for all 36 districts of Maharashtra.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3200" y="798475"/>
            <a:ext cx="86769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Field Visit: Not conducted (due to project nature).</a:t>
            </a:r>
          </a:p>
          <a:p/>
          <a:p>
            <a:r>
              <a:t>Alternative Action:</a:t>
            </a:r>
          </a:p>
          <a:p>
            <a:r>
              <a:t>- Conducted Google Form survey among students.</a:t>
            </a:r>
          </a:p>
          <a:p>
            <a:r>
              <a:t>- Consulted tourism offices for data verification.</a:t>
            </a:r>
          </a:p>
          <a:p/>
          <a:p>
            <a:r>
              <a:t>Observations:</a:t>
            </a:r>
          </a:p>
          <a:p>
            <a:r>
              <a:t>Source: Google Form Survey → Pune is the most visited district during weekends.</a:t>
            </a:r>
          </a:p>
          <a:p>
            <a:r>
              <a:t>Source: Tourism Office → Provided info about attractions, safety rules, and cultural 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Data Collection and Analysis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73200" y="798475"/>
            <a:ext cx="8676900" cy="25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Collected district-wise tourism information.</a:t>
            </a:r>
          </a:p>
          <a:p/>
          <a:p>
            <a:r>
              <a:t>Survey Results:</a:t>
            </a:r>
          </a:p>
          <a:p>
            <a:r>
              <a:t>- Pune = most popular weekend destination.</a:t>
            </a:r>
          </a:p>
          <a:p>
            <a:r>
              <a:t>- Students value easy access to info + safety rules.</a:t>
            </a:r>
          </a:p>
          <a:p/>
          <a:p>
            <a:r>
              <a:t>Added section on safety guidelines for tourists.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Constraints and Challenges </a:t>
            </a:r>
            <a:endParaRPr sz="3000" b="1" i="0" u="none" strike="noStrike" cap="non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73200" y="798475"/>
            <a:ext cx="8676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Main Challenge: Collecting reliable and complete data for all 36 districts.</a:t>
            </a:r>
          </a:p>
          <a:p>
            <a:r>
              <a:t>- Data often scattered across websites and offices.</a:t>
            </a:r>
          </a:p>
          <a:p>
            <a:r>
              <a:t>- Need to cross-check authenticity of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Ideas for Possible Solutions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73200" y="546900"/>
            <a:ext cx="7812045" cy="44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Approach 1: Web/Database-Driven Tourism Guide</a:t>
            </a:r>
          </a:p>
          <a:p>
            <a:r>
              <a:t>- Relational database for storing district-wise data</a:t>
            </a:r>
          </a:p>
          <a:p>
            <a:r>
              <a:t>- User-friendly search interface</a:t>
            </a:r>
          </a:p>
          <a:p/>
          <a:p>
            <a:r>
              <a:t>Approach 2: PPT/Offline Tourism Guide</a:t>
            </a:r>
          </a:p>
          <a:p>
            <a:r>
              <a:t>- District-wise slides with visuals and maps</a:t>
            </a:r>
          </a:p>
          <a:p/>
          <a:p>
            <a:r>
              <a:t>Chosen Approach: Hybrid → Start with PPT-based guide, extend to Web-App</a:t>
            </a:r>
          </a:p>
          <a:p>
            <a:r>
              <a:t>Extra Feature: Include safety tips along with each district’s attractions.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0" y="0"/>
            <a:ext cx="9144000" cy="546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dirty="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Q and A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25B3E-DCAF-1A58-EA54-C8E2B18C557D}"/>
              </a:ext>
            </a:extLst>
          </p:cNvPr>
          <p:cNvSpPr txBox="1"/>
          <p:nvPr/>
        </p:nvSpPr>
        <p:spPr>
          <a:xfrm>
            <a:off x="1076960" y="2072640"/>
            <a:ext cx="7416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 for your attention!</a:t>
            </a:r>
          </a:p>
          <a:p>
            <a:endParaRPr lang="en-US" dirty="0"/>
          </a:p>
          <a:p>
            <a:r>
              <a:rPr lang="en-US" dirty="0"/>
              <a:t>We are happy to </a:t>
            </a:r>
            <a:r>
              <a:rPr lang="en-US" b="1" dirty="0"/>
              <a:t>answer any questions</a:t>
            </a:r>
            <a:r>
              <a:rPr lang="en-US" dirty="0"/>
              <a:t> regarding:</a:t>
            </a:r>
          </a:p>
          <a:p>
            <a:r>
              <a:rPr lang="en-US" dirty="0"/>
              <a:t>Tourism Guide Database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On-screen Show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Times New Roman</vt:lpstr>
      <vt:lpstr>Simple Light</vt:lpstr>
      <vt:lpstr>   Marathwada Mitra Mandal's COLLEGE OF ENGINEERING, Karve Nagar, Pune - 52 An Autonomous Institute Affiliated to SPPU                             Website: www.mmcoe.edu.in                                                                 email id: mmcoe@mmcoe.edu.in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nishantambadkar2006@gmail.com</cp:lastModifiedBy>
  <cp:revision>1</cp:revision>
  <dcterms:modified xsi:type="dcterms:W3CDTF">2025-09-30T15:42:32Z</dcterms:modified>
</cp:coreProperties>
</file>